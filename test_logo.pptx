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9-28 2340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371600" cy="20619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